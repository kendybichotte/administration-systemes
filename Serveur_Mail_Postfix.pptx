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913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3832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UNIVERSITAIRE DES SCIENCES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Faculté des Sciences et Technologie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6974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2834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Kendy BICHOTTE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direction de M. Ismaël SAINT-AMOUR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74320" y="4480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Jacmel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31920" y="1097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Mail Complet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3931920" y="21031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Postfix</a:t>
            </a:r>
            <a:endParaRPr lang="en-US" sz="3800" dirty="0"/>
          </a:p>
        </p:txBody>
      </p:sp>
      <p:sp>
        <p:nvSpPr>
          <p:cNvPr id="13" name="Shape 10"/>
          <p:cNvSpPr/>
          <p:nvPr/>
        </p:nvSpPr>
        <p:spPr>
          <a:xfrm>
            <a:off x="3931920" y="3017520"/>
            <a:ext cx="4846320" cy="6400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d'une infrastructure de messagerie interne sécurisée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31920" y="4114800"/>
            <a:ext cx="86868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41148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892040" y="4114800"/>
            <a:ext cx="86868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41148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Dovecot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52160" y="4114800"/>
            <a:ext cx="86868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41148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Roundcube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812280" y="4114800"/>
            <a:ext cx="86868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12280" y="41148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772400" y="4114800"/>
            <a:ext cx="86868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0" y="41148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</a:t>
            </a:r>
            <a:endParaRPr lang="en-US" sz="8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2C2CD7E-5D8B-4B67-A693-AEB14CA720B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29615"/>
            <a:ext cx="228600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enjeux de la messagerie professionnelle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27432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4632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4320" y="1051560"/>
            <a:ext cx="4023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messagerie électronique reste un outil central pour la communication professionnelle.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centralise les échanges professionnels et assure la traçabilité des communications, indispensables à la gestion de projets.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disponibilité, sa sécurité et sa fiabilité conditionnent le bon fonctionnement des organisations modernes.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46320" y="1051560"/>
            <a:ext cx="4023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2920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d'un serveur mail complet pour l'</a:t>
            </a: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Française de Jacmel</a:t>
            </a: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sous Linux (Ubuntu Server), en utilisant 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(MTA) + Dovecot (MDA/IMAP)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Roundcube (Webmail) + Fail2ban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TLS / SSL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solution professionnelle, robuste et conforme aux bonnes pratiques.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général et objectifs spécifiques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Général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serveur mail complet, fonctionnel et sécurisé basé sur Postfix et Dovecot, permettant l'envoi, la réception et la gestion des courriels dans un environnement professionnel.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4320" y="2103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103120"/>
            <a:ext cx="45720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103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1945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&amp; configurer Postfix comme serveur SMTP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2103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2103120"/>
            <a:ext cx="45720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2103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03320" y="21945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&amp; configurer Dovecot pour IMAP/POP3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2103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2103120"/>
            <a:ext cx="45720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103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83680" y="21945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comptes utilisateurs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33832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3383280"/>
            <a:ext cx="45720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33832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2960" y="34747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des certificats TLS pour sécuriser les communications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154680" y="33832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4680" y="3383280"/>
            <a:ext cx="45720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4680" y="33832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703320" y="34747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avec pare-feu UFW et Fail2ban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35040" y="33832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035040" y="3383280"/>
            <a:ext cx="45720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35040" y="33832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83680" y="34747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l'envoi/réception et vérifier la conformité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défis de la mise en place d'un serveur mail sécurisé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déployer un serveur mail complet, sécurisé et conforme aux standards actuels, tout en assurant la fiabilité, la confidentialité et l'intégrité des communications 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22402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Attaques Force Brute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Tentatives répétées de connexion pour compromettre le serveur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22402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461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79476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Usurpation d'identité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4612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de mails en se faisant passer pour un utilisateur légitime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22402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264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67512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&amp; Relais Ouvert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2648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du serveur pour diffuser des messages indésirables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5204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657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1440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Interception de données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communications non chiffrées en transit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54680" y="35204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24612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379476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config DNS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4612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SPF, DKIM, DMARC mal configurés causant des refus de mails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35040" y="35204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1264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67512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2648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la sécurité des échanges entre utilisateurs internes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structurée en 5 grandes étapes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05840" y="1005840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05840" y="1005840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1042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130759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fonctionnalités : SMTP, IMAP/POP3, Webmail, authentification, chiffrement.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" y="1700784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810512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05840" y="1810512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05840" y="1810512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du serveur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21122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système, définition du hostname mail.afj.local, configuration du fichier hosts.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" y="2505456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2615184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26151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05840" y="2615184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05840" y="2615184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des services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88720" y="29169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via APT : Postfix, Dovecot, Roundcube, Fail2ban.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66928" y="3310128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3419856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3419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005840" y="3419856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05840" y="3419856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8872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des services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88720" y="37216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(SMTP), Dovecot (IMAP), Roundcube (HTTPS), Fail2ban (SSH, Postfix, Dovecot).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6928" y="4114800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4320" y="422452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005840" y="4224528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05840" y="4224528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88720" y="42611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5262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d'envoi/réception internes et externes, vérification des logs : mail.log, dovecot.log, etc.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logicielle du serveur mail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Technologies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Technologies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📬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14264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SMTP (MTA)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1737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et réception des courriels. Robuste, bien documenté, intégration native Dovecot/Roundcube.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0916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0584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53212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Dovecot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32120" y="14264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IMAP/POP3 (MDA)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46320" y="1737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boites mail, format Maildir, authentification SASL, chiffrement SSL/TLS.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33172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97280" y="2423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Roundcube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97280" y="2752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Webmail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148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moderne et responsive. Open-source, plugins intégrés (contacts, pièces jointes).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0916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233172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532120" y="2423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Certbot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532120" y="2752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TLS (Let's Encrypt)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4632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automatique des certificats SSL/TLS. Compatible Postfix, Dovecot, Apache/Nginx.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365760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1097280" y="3749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97280" y="40782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anti-intrusion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des logs, détection des attaques par force brute, bannissement automatique.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0916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09160" y="365760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4632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🐧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5532120" y="3749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532120" y="40782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d'exploitation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4632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Debian/Ubuntu – stable, sécurisé, compatible avec tous les services mail utilisés.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mise en œuvre technique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Projet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Projet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021F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554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Ubuntu Server 24.04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1480" y="19568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IP : 192.168.1.54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23591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Domaine : afj.local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27614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Host : mail.afj.local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1638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Chiffrement TLS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Pare-feu UFW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3968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Fail2ban actif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11480" y="4370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Surveillance des logs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669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1005840"/>
            <a:ext cx="73152" cy="17373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Française de Jacmel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83280" y="146304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met en place un serveur de messagerie institutionnel permettant la communication sécurisée entre les entités de l'Alliance Française de Jacmel : directeur, professeurs, observateurs. Des alias de groupe simplifient la diffusion des messages à plusieurs destinataires.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0" y="288036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2880360"/>
            <a:ext cx="73152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83280" y="33375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Postfix (MTA) : acheminement des messages via SMTP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383280" y="36667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Dovecot (MDA) : gestion des boites IMAP/POP3 en Maildir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83280" y="399592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Roundcube : accès webmail via navigateur (HTTPS)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83280" y="43251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Alias de groupe : diffusion à plusieurs destinataires internes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forts, limites et améliorations possibles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Analyses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Analyses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E8F8F0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Tous les services opérationnels — envoi, réception et consultation de mails fonctionnent correctement.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6459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645920"/>
            <a:ext cx="411480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664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Points Forts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176272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1305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délivrance et réception avec Roundcube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2834640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temps réel via les logs système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3493008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4472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intuitive pour les utilisateurs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1480" y="4151376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1056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non autorisés bloqués par UFW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16459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645920"/>
            <a:ext cx="4114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1664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Limites &amp; Améliorations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5488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54880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Absence de nom de domaine DNS public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5488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Sans Roundcube, accès aux boites difficile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3255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: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75488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Certificats TLS valides (Let's Encrypt)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754880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Domaine public pour usage internet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54880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Redondance et haute disponibilité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54880" y="4471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Quota de stockage par utilisateur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une infrastructure de production sur Internet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7315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sur Internet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6276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d'un domaine public pour communiquer avec Gmail, Hotmail et autres serveurs de messagerie. Mise en place des enregistrements SPF, DKIM, DMARC.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05840"/>
            <a:ext cx="7315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53212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16276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Let's Encrypt valides, configuration avancée de Fail2ban, authentification multi-facteurs (MFA).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35915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359152"/>
            <a:ext cx="7315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4505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97280" y="2450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&amp; Haute Dispo.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1480" y="298094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des sauvegardes régulières des boîtes mails et fichiers de configuration. Redondance pour garantir la disponibilité.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235915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359152"/>
            <a:ext cx="7315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24505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532120" y="2450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avancé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46320" y="298094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Nagios ou Zabbix pour une surveillance proactive du serveur mail en temps réel.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371246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3712464"/>
            <a:ext cx="7315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38039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1097280" y="38039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utilisateur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11480" y="433425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plugins Roundcube, quota de stockage par utilisateur, amélioration de l'interface webmail.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9160" y="371246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3712464"/>
            <a:ext cx="7315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38039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5532120" y="38039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des protocoles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46320" y="433425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SPF/DKIM/DMARC complet pour éviter le classement en spam lors d'envois vers l'extérieur.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serveur mail robuste, sécurisé et évolutif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2161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 messagerie interne robuste et sécurisée déployée avec succès.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58368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391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03911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UFW + Fail2ban + TLS : triple couche de sécurité opérationnelle.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658368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8620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des logs permettant un suivi en temps réel et détection des anomalies.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658368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8503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685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solide pour évoluer vers une infrastructure de production sur Internet.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1116</Words>
  <Application>Microsoft Office PowerPoint</Application>
  <PresentationFormat>Affichage à l'écran (16:9)</PresentationFormat>
  <Paragraphs>213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Serveur Mail Complet avec Postfix</dc:title>
  <dc:subject>PptxGenJS Presentation</dc:subject>
  <dc:creator>PptxGenJS</dc:creator>
  <cp:lastModifiedBy>DIEUDONNE</cp:lastModifiedBy>
  <cp:revision>2</cp:revision>
  <dcterms:created xsi:type="dcterms:W3CDTF">2026-05-18T19:06:35Z</dcterms:created>
  <dcterms:modified xsi:type="dcterms:W3CDTF">2026-05-18T19:11:56Z</dcterms:modified>
</cp:coreProperties>
</file>